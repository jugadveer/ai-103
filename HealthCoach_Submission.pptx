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[names], group [number]. Health Coach is a wellness assistant built as thirteen AI agents that talk to each other, not one chatbot with a health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already track health data. The problem is that every app tracks one thing in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own data. Five hold none at all and work entirely by asking the others: patterns, streaks, energy needs and the doctor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question, eight agents. The symptom agent cannot read anyone else's table, so it asks, and the bus records every exchange.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Azure OpenAI for reasoning and for reading food photos, Azure AI Speech for voice, Azure AI Content Safety as a guardrail.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 AI was a design constraint, not a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were visible by reading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Stated plainly rather than left for someone to discover.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health-coach-1.vercel.app" TargetMode="External"/><Relationship Id="rId2" Type="http://schemas.openxmlformats.org/officeDocument/2006/relationships/hyperlink" Target="https://github.com/Jugadveer/Ai-103" TargetMode="External"/><Relationship Id="rId3" Type="http://schemas.openxmlformats.org/officeDocument/2006/relationships/hyperlink" Target="https://youtu.be/03c36CxL_bQ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  ·  SUBMISSION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94944" y="896112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Coach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556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wellness assistant built on Azure. Thirteen agents that compare notes before they answer.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88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Jugadveer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2410992531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Ashnoor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2410992511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2410992532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Husan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2410992611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Kishika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2410992540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377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2670048"/>
            <a:ext cx="6400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94960" y="27706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100" dirty="0"/>
          </a:p>
        </p:txBody>
      </p:sp>
      <p:sp>
        <p:nvSpPr>
          <p:cNvPr id="19" name="Text 17">
            <a:hlinkClick r:id="rId1" tooltip=""/>
          </p:cNvPr>
          <p:cNvSpPr txBox="1"/>
          <p:nvPr/>
        </p:nvSpPr>
        <p:spPr>
          <a:xfrm>
            <a:off x="5394960" y="301752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https://health-coach-1.vercel.app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20640" y="3602736"/>
            <a:ext cx="6400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0" y="37033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22" name="Text 20">
            <a:hlinkClick r:id="rId2" tooltip=""/>
          </p:cNvPr>
          <p:cNvSpPr txBox="1"/>
          <p:nvPr/>
        </p:nvSpPr>
        <p:spPr>
          <a:xfrm>
            <a:off x="5394960" y="39502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https://github.com/Jugadveer/Ai-103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20640" y="4535424"/>
            <a:ext cx="6400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94960" y="46360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100" dirty="0"/>
          </a:p>
        </p:txBody>
      </p:sp>
      <p:sp>
        <p:nvSpPr>
          <p:cNvPr id="25" name="Text 23">
            <a:hlinkClick r:id="rId3" tooltip=""/>
          </p:cNvPr>
          <p:cNvSpPr txBox="1"/>
          <p:nvPr/>
        </p:nvSpPr>
        <p:spPr>
          <a:xfrm>
            <a:off x="5394960" y="488289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https://youtu.be/03c36CxL_bQ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4828032"/>
            <a:ext cx="3840480" cy="1207008"/>
          </a:xfrm>
          <a:prstGeom prst="roundRect">
            <a:avLst>
              <a:gd name="adj" fmla="val 7576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7552" y="49743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try it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52486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account, or use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demo@healthcoach.app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5486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slides that follow are the project presentation. 434 tests pass; no credentials are stored in the repository.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6236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University  · 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6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 ·  RESPONSIBLE AI  ·  AZURE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2286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Coach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015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7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agents that compare notes before they answer you.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245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Jugadveer 2410992531  ·  Ashnoor 2410992511  ·  Kanan 2410992532  ·  Husan 2410992611  ·  Kishika 2410992540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health-coach-1.vercel.app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app tracks one thing in isolation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afternoon headache is rarely one thing. It sits between short sleep, too little water and a skipped lunch.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176272"/>
            <a:ext cx="420624" cy="420624"/>
          </a:xfrm>
          <a:prstGeom prst="ellipse">
            <a:avLst/>
          </a:prstGeom>
          <a:solidFill>
            <a:srgbClr val="DCE8E5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14884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calorie app has never heard of your sleep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49631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lives in its own app, with no shared view and no way to compare notes.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291840"/>
            <a:ext cx="420624" cy="420624"/>
          </a:xfrm>
          <a:prstGeom prst="ellipse">
            <a:avLst/>
          </a:prstGeom>
          <a:solidFill>
            <a:srgbClr val="DCE8E5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26440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advice stays generic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36118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tips, because nothing in the system knows the rest of your week.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407408"/>
            <a:ext cx="420624" cy="420624"/>
          </a:xfrm>
          <a:prstGeom prst="ellipse">
            <a:avLst/>
          </a:prstGeom>
          <a:solidFill>
            <a:srgbClr val="2FBF9A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4379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question people actually ask goes unanswered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47274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do I feel like this?” needs several domains to answer it at once.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Thirteen agents, and one rule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own a table of data. Five own none at all and work entirely by asking the others.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03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DATA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2414016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41401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0" y="2414016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41401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13632" y="2414016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13632" y="241401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41264" y="2414016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41264" y="241401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298094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98094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86000" y="298094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298094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13632" y="298094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13632" y="298094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41264" y="298094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41264" y="298094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37673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NOTHING, ASKS THE OTHERS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407822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407822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86000" y="407822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86000" y="407822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13632" y="407822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13632" y="407822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541264" y="407822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41264" y="407822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" y="4645152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464515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06640" y="2103120"/>
            <a:ext cx="4114800" cy="3108960"/>
          </a:xfrm>
          <a:prstGeom prst="roundRect">
            <a:avLst>
              <a:gd name="adj" fmla="val 3529"/>
            </a:avLst>
          </a:prstGeom>
          <a:solidFill>
            <a:srgbClr val="0D2B26"/>
          </a:solidFill>
          <a:ln w="12700">
            <a:solidFill>
              <a:srgbClr val="0D2B2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26680" y="23957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makes it 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6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726680" y="31089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agent reads another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agent’s data directly.</a:t>
            </a:r>
            <a:endParaRPr lang="en-US" sz="2300" dirty="0"/>
          </a:p>
        </p:txBody>
      </p:sp>
      <p:sp>
        <p:nvSpPr>
          <p:cNvPr id="37" name="Text 35"/>
          <p:cNvSpPr txBox="1"/>
          <p:nvPr/>
        </p:nvSpPr>
        <p:spPr>
          <a:xfrm>
            <a:off x="7726680" y="404164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symptom agent needs your sleep, it asks the sleep agent through a message bus that records every exchange.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COMMUNICATION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eight agent messages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trace is generated by the message bus at run time. It is a record of what happened, not a diagram we drew.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103120"/>
            <a:ext cx="2880360" cy="566928"/>
          </a:xfrm>
          <a:prstGeom prst="roundRect">
            <a:avLst>
              <a:gd name="adj" fmla="val 16129"/>
            </a:avLst>
          </a:prstGeom>
          <a:solidFill>
            <a:srgbClr val="0D2B26"/>
          </a:solidFill>
          <a:ln w="12700">
            <a:solidFill>
              <a:srgbClr val="0D2B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1031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7614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keep getting a headache in the afternoon”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3456432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4564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3502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4059936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405993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41056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all seven peers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456432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34564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82512" y="3456432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82512" y="34564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10144" y="3456432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10144" y="34564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37776" y="3456432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37776" y="34564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4023360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402336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82512" y="4023360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82512" y="402336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10144" y="4023360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10144" y="402336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2103120"/>
            <a:ext cx="6766560" cy="1133856"/>
          </a:xfrm>
          <a:prstGeom prst="roundRect">
            <a:avLst>
              <a:gd name="adj" fmla="val 9677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83480" y="221284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0" y="22860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messages for one question. Ask about a streak and it is nine; log “I drank 3 glasses” and it is none, because that is parsed and written without asking anybody.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4709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registers a brand new agent at run time and asserts the symptom agent starts asking it, with no change to the symptom agent.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services we actually use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wired and running in the deployed app.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76656" y="2203704"/>
            <a:ext cx="310896" cy="310896"/>
          </a:xfrm>
          <a:prstGeom prst="ellipse">
            <a:avLst/>
          </a:prstGeom>
          <a:solidFill>
            <a:srgbClr val="2FBF9A"/>
          </a:solidFill>
          <a:ln w="12700">
            <a:solidFill>
              <a:srgbClr val="D3DE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1488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16712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routing, health answers, the meal conversation, and reading a meal from a photograph.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" y="3072384"/>
            <a:ext cx="310896" cy="310896"/>
          </a:xfrm>
          <a:prstGeom prst="ellipse">
            <a:avLst/>
          </a:prstGeom>
          <a:solidFill>
            <a:srgbClr val="2FBF9A"/>
          </a:solidFill>
          <a:ln w="12700">
            <a:solidFill>
              <a:srgbClr val="D3DE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Speech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0358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text for voice input, text to speech for replies. It also transcribed our own demo footage.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" y="3941064"/>
            <a:ext cx="310896" cy="310896"/>
          </a:xfrm>
          <a:prstGeom prst="ellipse">
            <a:avLst/>
          </a:prstGeom>
          <a:solidFill>
            <a:srgbClr val="2FBF9A"/>
          </a:solidFill>
          <a:ln w="12700">
            <a:solidFill>
              <a:srgbClr val="D3DE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886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Content Safety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90448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guardrail layer, on free text the parser could not classify.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" y="4809744"/>
            <a:ext cx="310896" cy="310896"/>
          </a:xfrm>
          <a:prstGeom prst="ellipse">
            <a:avLst/>
          </a:prstGeom>
          <a:solidFill>
            <a:srgbClr val="D3DEDB"/>
          </a:solidFill>
          <a:ln w="12700">
            <a:solidFill>
              <a:srgbClr val="D3DE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4754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477316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for retrieval, never provisioned. We are saying so rather than listing it as delivered.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5623560"/>
            <a:ext cx="10881360" cy="502920"/>
          </a:xfrm>
          <a:prstGeom prst="roundRect">
            <a:avLst>
              <a:gd name="adj" fmla="val 18182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6235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health records are in Postgres. Sign-in is our own: scrypt hashing and a signed session cookie, not a managed identity service.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and the first two need no network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guardrail that depends on a network is one that fails open the day the network does.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103120"/>
            <a:ext cx="2670048" cy="1874520"/>
          </a:xfrm>
          <a:prstGeom prst="roundRect">
            <a:avLst>
              <a:gd name="adj" fmla="val 5854"/>
            </a:avLst>
          </a:prstGeom>
          <a:solidFill>
            <a:srgbClr val="0D2B26"/>
          </a:solidFill>
          <a:ln w="12700">
            <a:solidFill>
              <a:srgbClr val="0D2B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terms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27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 Emergencies stop here, before routing and before any model call.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47288" y="2103120"/>
            <a:ext cx="2670048" cy="1874520"/>
          </a:xfrm>
          <a:prstGeom prst="roundRect">
            <a:avLst>
              <a:gd name="adj" fmla="val 5854"/>
            </a:avLst>
          </a:prstGeom>
          <a:solidFill>
            <a:srgbClr val="0D2B26"/>
          </a:solidFill>
          <a:ln w="12700">
            <a:solidFill>
              <a:srgbClr val="0D2B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332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guard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127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 Diagnosis and medication requests never reach an agent.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6208" y="2103120"/>
            <a:ext cx="2670048" cy="1874520"/>
          </a:xfrm>
          <a:prstGeom prst="roundRect">
            <a:avLst>
              <a:gd name="adj" fmla="val 5854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triage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27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phrasings a written list never will. Can only add a block, never lift one.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25128" y="2103120"/>
            <a:ext cx="2670048" cy="1874520"/>
          </a:xfrm>
          <a:prstGeom prst="roundRect">
            <a:avLst>
              <a:gd name="adj" fmla="val 5854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8116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Content Safety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3127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pass, on free text nothing else classified.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42611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will not name a condition. It will tell you which clinician, and how soon.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46817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refusal leaves a worried person exactly where they started. Naming the thing is the part that needs a doctor, and that stays refused — model output is scanned for the act of naming, not for a list of diseases, because a list of diseases can never be finished.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8368" y="5504688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5E6DF"/>
          </a:solidFill>
          <a:ln w="12700">
            <a:solidFill>
              <a:srgbClr val="F5E6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50468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diagnoses  ·  never advises on a dose  ·  escalates emergencies before any other code runs  ·  every calorie figure labelled an estimate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434 tests, and what they actually caught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 runs entirely offline in about two minutes. These are real failures it found, not hypotheticals.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084832"/>
            <a:ext cx="2670048" cy="1005840"/>
          </a:xfrm>
          <a:prstGeom prst="roundRect">
            <a:avLst>
              <a:gd name="adj" fmla="val 10909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434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7288" y="2084832"/>
            <a:ext cx="2670048" cy="1005840"/>
          </a:xfrm>
          <a:prstGeom prst="roundRect">
            <a:avLst>
              <a:gd name="adj" fmla="val 10909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75888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6208" y="2084832"/>
            <a:ext cx="2670048" cy="1005840"/>
          </a:xfrm>
          <a:prstGeom prst="roundRect">
            <a:avLst>
              <a:gd name="adj" fmla="val 10909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25128" y="2084832"/>
            <a:ext cx="2670048" cy="1005840"/>
          </a:xfrm>
          <a:prstGeom prst="roundRect">
            <a:avLst>
              <a:gd name="adj" fmla="val 10909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53728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253728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in the repo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" y="3474720"/>
            <a:ext cx="182880" cy="182880"/>
          </a:xfrm>
          <a:prstGeom prst="ellipse">
            <a:avLst/>
          </a:prstGeom>
          <a:solidFill>
            <a:srgbClr val="B25A38"/>
          </a:solidFill>
          <a:ln w="12700">
            <a:solidFill>
              <a:srgbClr val="B25A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33856" y="340156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face is drooping” slipped past the stroke check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366674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assumed adjacent words. Multi-word safety terms now tolerate filler.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" y="4142232"/>
            <a:ext cx="182880" cy="182880"/>
          </a:xfrm>
          <a:prstGeom prst="ellipse">
            <a:avLst/>
          </a:prstGeom>
          <a:solidFill>
            <a:srgbClr val="B25A38"/>
          </a:solidFill>
          <a:ln w="12700">
            <a:solidFill>
              <a:srgbClr val="B25A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33856" y="4069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think I am having a heart attack” was answered with a sleep summary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" y="433425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“Chest pain” was on the list and “heart attack” was not. That is why layer 3 exists.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4944" y="4809744"/>
            <a:ext cx="182880" cy="182880"/>
          </a:xfrm>
          <a:prstGeom prst="ellipse">
            <a:avLst/>
          </a:prstGeom>
          <a:solidFill>
            <a:srgbClr val="B25A38"/>
          </a:solidFill>
          <a:ln w="12700">
            <a:solidFill>
              <a:srgbClr val="B25A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33856" y="47365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was making seventeen agent calls instead of nine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" y="500176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was spelled as a data request, so a report was fetched, discarded and rebuilt.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4944" y="5477256"/>
            <a:ext cx="182880" cy="182880"/>
          </a:xfrm>
          <a:prstGeom prst="ellipse">
            <a:avLst/>
          </a:prstGeom>
          <a:solidFill>
            <a:srgbClr val="B25A38"/>
          </a:solidFill>
          <a:ln w="12700">
            <a:solidFill>
              <a:srgbClr val="B25A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33856" y="540410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sleep-and-mood insight vanished overnight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" y="56692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fired on two thresholds; the month averaged 0.1 above one. It measures the correlation now.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app does not do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of these are the reason features are shaped the way they are.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3682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 nothing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77063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wearable, no sensor. Heart rate, blood pressure, steps, weight and mood are all typed in by the user, and every screen that shows one says so.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3682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and energy figures are estimates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77063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serving sizes, and the Mifflin-St Jeor equation, which is routinely out by about ten percent.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41970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reset, no export, no delete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459943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is only as recoverable as the password you remember.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977640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41970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file still needs clinical sourcing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59943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small, English-only, and not yet reviewed by a clinician.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— thirteen agents, one conversation, and a guardrail that runs first.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502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health-coach-1.vercel.app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3425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·  github.com/Jugadveer/Ai-103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02920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every part of this can be explained on request.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Coach</dc:title>
  <dc:subject>PptxGenJS Presentation</dc:subject>
  <dc:creator>Jugadveer, Ashnoor, Kanan, Husan, Kishika</dc:creator>
  <cp:lastModifiedBy>Jugadveer, Ashnoor, Kanan, Husan, Kishika</cp:lastModifiedBy>
  <cp:revision>1</cp:revision>
  <dcterms:created xsi:type="dcterms:W3CDTF">2026-09-23T18:15:24Z</dcterms:created>
  <dcterms:modified xsi:type="dcterms:W3CDTF">2026-09-23T18:15:24Z</dcterms:modified>
</cp:coreProperties>
</file>