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[names], group [number]. Health Coach is a wellness assistant built as thirteen AI agents that talk to each other, not one chatbot with a health theme.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People already track health data. The problem is that every app tracks one thing in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own data. Five hold none at all and work entirely by asking the others: patterns, streaks, energy needs and the doctor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question, eight agents. The symptom agent cannot read anyone else's table, so it asks, and the bus records every exchange.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Azure OpenAI for reasoning and for reading food photos, Azure AI Speech for voice, Azure AI Content Safety as a guardrail.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 AI was a design constraint, not a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 of these were visible by reading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Stated plainly rather than left for someone to discover.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74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6F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 ·  RESPONSIBLE AI  ·  AZURE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86384" y="22860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Coach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015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7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agents that compare notes before they answer you.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2452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Jugadveer 2410992531  ·  Ashnoor 2410992511  ·  Kanan 2410992532  ·  Husan 2410992611  ·  Kishika 2410992540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6177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health-coach-1.vercel.app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FB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app tracks one thing in isolation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3502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afternoon headache is rarely one thing. It sits between short sleep, too little water and a skipped lunch.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236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Coach  ·  AI-103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2176272"/>
            <a:ext cx="420624" cy="420624"/>
          </a:xfrm>
          <a:prstGeom prst="ellipse">
            <a:avLst/>
          </a:prstGeom>
          <a:solidFill>
            <a:srgbClr val="DCE8E5"/>
          </a:solidFill>
          <a:ln w="12700">
            <a:solidFill>
              <a:srgbClr val="DCE8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2176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214884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calorie app has never heard of your sleep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249631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domain lives in its own app, with no shared view and no way to compare notes.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3291840"/>
            <a:ext cx="420624" cy="420624"/>
          </a:xfrm>
          <a:prstGeom prst="ellipse">
            <a:avLst/>
          </a:prstGeom>
          <a:solidFill>
            <a:srgbClr val="DCE8E5"/>
          </a:solidFill>
          <a:ln w="12700">
            <a:solidFill>
              <a:srgbClr val="DCE8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3264408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advice stays generic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36118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tips, because nothing in the system knows the rest of your week.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8368" y="4407408"/>
            <a:ext cx="420624" cy="420624"/>
          </a:xfrm>
          <a:prstGeom prst="ellipse">
            <a:avLst/>
          </a:prstGeom>
          <a:solidFill>
            <a:srgbClr val="2FBF9A"/>
          </a:solidFill>
          <a:ln w="12700">
            <a:solidFill>
              <a:srgbClr val="DCE8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4379976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question people actually ask goes unanswered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98448" y="472744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do I feel like this?” needs several domains to answer it at once.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FB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Thirteen agents, and one rule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3502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own a table of data. Five own none at all and work entirely by asking the others.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236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Coach  ·  AI-103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1031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DATA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58368" y="2414016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2FBF9A"/>
          </a:solidFill>
          <a:ln w="12700">
            <a:solidFill>
              <a:srgbClr val="2FBF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2414016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86000" y="2414016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2FBF9A"/>
          </a:solidFill>
          <a:ln w="12700">
            <a:solidFill>
              <a:srgbClr val="2FBF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86000" y="2414016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913632" y="2414016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2FBF9A"/>
          </a:solidFill>
          <a:ln w="12700">
            <a:solidFill>
              <a:srgbClr val="2FBF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13632" y="2414016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541264" y="2414016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2FBF9A"/>
          </a:solidFill>
          <a:ln w="12700">
            <a:solidFill>
              <a:srgbClr val="2FBF9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41264" y="2414016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" y="2980944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2FBF9A"/>
          </a:solidFill>
          <a:ln w="12700">
            <a:solidFill>
              <a:srgbClr val="2FBF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2980944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286000" y="2980944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2FBF9A"/>
          </a:solidFill>
          <a:ln w="12700">
            <a:solidFill>
              <a:srgbClr val="2FBF9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286000" y="2980944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913632" y="2980944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2FBF9A"/>
          </a:solidFill>
          <a:ln w="12700">
            <a:solidFill>
              <a:srgbClr val="2FBF9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13632" y="2980944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541264" y="2980944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2FBF9A"/>
          </a:solidFill>
          <a:ln w="12700">
            <a:solidFill>
              <a:srgbClr val="2FBF9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41264" y="2980944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37673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NOTHING, ASKS THE OTHERS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" y="4078224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F1F5F4"/>
          </a:solidFill>
          <a:ln w="12700">
            <a:solidFill>
              <a:srgbClr val="C3D4C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4078224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286000" y="4078224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F1F5F4"/>
          </a:solidFill>
          <a:ln w="12700">
            <a:solidFill>
              <a:srgbClr val="C3D4C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286000" y="4078224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913632" y="4078224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F1F5F4"/>
          </a:solidFill>
          <a:ln w="12700">
            <a:solidFill>
              <a:srgbClr val="C3D4C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913632" y="4078224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541264" y="4078224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F1F5F4"/>
          </a:solidFill>
          <a:ln w="12700">
            <a:solidFill>
              <a:srgbClr val="C3D4C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541264" y="4078224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58368" y="4645152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F1F5F4"/>
          </a:solidFill>
          <a:ln w="12700">
            <a:solidFill>
              <a:srgbClr val="C3D4C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8368" y="4645152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406640" y="2103120"/>
            <a:ext cx="4114800" cy="3108960"/>
          </a:xfrm>
          <a:prstGeom prst="roundRect">
            <a:avLst>
              <a:gd name="adj" fmla="val 3529"/>
            </a:avLst>
          </a:prstGeom>
          <a:solidFill>
            <a:srgbClr val="0D2B26"/>
          </a:solidFill>
          <a:ln w="12700">
            <a:solidFill>
              <a:srgbClr val="0D2B2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26680" y="239572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that makes it a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6F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7726680" y="310896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agent reads another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agent’s data directly.</a:t>
            </a:r>
            <a:endParaRPr lang="en-US" sz="2300" dirty="0"/>
          </a:p>
        </p:txBody>
      </p:sp>
      <p:sp>
        <p:nvSpPr>
          <p:cNvPr id="37" name="Text 35"/>
          <p:cNvSpPr txBox="1"/>
          <p:nvPr/>
        </p:nvSpPr>
        <p:spPr>
          <a:xfrm>
            <a:off x="7726680" y="404164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symptom agent needs your sleep, it asks the sleep agent through a message bus that records every exchange.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FB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CROSS-AGENT COMMUNICATION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question, eight agent messages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3502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trace is generated by the message bus at run time. It is a record of what happened, not a diagram we drew.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236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Coach  ·  AI-103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2103120"/>
            <a:ext cx="2880360" cy="566928"/>
          </a:xfrm>
          <a:prstGeom prst="roundRect">
            <a:avLst>
              <a:gd name="adj" fmla="val 16129"/>
            </a:avLst>
          </a:prstGeom>
          <a:solidFill>
            <a:srgbClr val="0D2B26"/>
          </a:solidFill>
          <a:ln w="12700">
            <a:solidFill>
              <a:srgbClr val="0D2B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210312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F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7614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keep getting a headache in the afternoon”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" y="3456432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2FBF9A"/>
          </a:solidFill>
          <a:ln w="12700">
            <a:solidFill>
              <a:srgbClr val="2FBF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3456432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35021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4059936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2FBF9A"/>
          </a:solidFill>
          <a:ln w="12700">
            <a:solidFill>
              <a:srgbClr val="2FBF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4059936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41056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all seven peers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456432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F1F5F4"/>
          </a:solidFill>
          <a:ln w="12700">
            <a:solidFill>
              <a:srgbClr val="C3D4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0" y="3456432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82512" y="3456432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F1F5F4"/>
          </a:solidFill>
          <a:ln w="12700">
            <a:solidFill>
              <a:srgbClr val="C3D4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82512" y="3456432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10144" y="3456432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F1F5F4"/>
          </a:solidFill>
          <a:ln w="12700">
            <a:solidFill>
              <a:srgbClr val="C3D4C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10144" y="3456432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637776" y="3456432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F1F5F4"/>
          </a:solidFill>
          <a:ln w="12700">
            <a:solidFill>
              <a:srgbClr val="C3D4C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37776" y="3456432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0" y="4023360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F1F5F4"/>
          </a:solidFill>
          <a:ln w="12700">
            <a:solidFill>
              <a:srgbClr val="C3D4C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54880" y="4023360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82512" y="4023360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F1F5F4"/>
          </a:solidFill>
          <a:ln w="12700">
            <a:solidFill>
              <a:srgbClr val="C3D4C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82512" y="4023360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10144" y="4023360"/>
            <a:ext cx="1481328" cy="420624"/>
          </a:xfrm>
          <a:prstGeom prst="roundRect">
            <a:avLst>
              <a:gd name="adj" fmla="val 21739"/>
            </a:avLst>
          </a:prstGeom>
          <a:solidFill>
            <a:srgbClr val="F1F5F4"/>
          </a:solidFill>
          <a:ln w="12700">
            <a:solidFill>
              <a:srgbClr val="C3D4C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10144" y="4023360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54880" y="2103120"/>
            <a:ext cx="6766560" cy="1133856"/>
          </a:xfrm>
          <a:prstGeom prst="roundRect">
            <a:avLst>
              <a:gd name="adj" fmla="val 9677"/>
            </a:avLst>
          </a:prstGeom>
          <a:solidFill>
            <a:srgbClr val="E2EDEA"/>
          </a:solidFill>
          <a:ln w="12700">
            <a:solidFill>
              <a:srgbClr val="E2ED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983480" y="2212848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FBF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600" dirty="0"/>
          </a:p>
        </p:txBody>
      </p:sp>
      <p:sp>
        <p:nvSpPr>
          <p:cNvPr id="31" name="Text 29"/>
          <p:cNvSpPr txBox="1"/>
          <p:nvPr/>
        </p:nvSpPr>
        <p:spPr>
          <a:xfrm>
            <a:off x="5943600" y="228600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messages for one question. Ask about a streak and it is nine; log “I drank 3 glasses” and it is none, because that is parsed and written without asking anybody.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754880" y="47091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registers a brand new agent at run time and asserts the symptom agent starts asking it, with no change to the symptom agent.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FB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services we actually use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3502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wired and running in the deployed app.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236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Coach  ·  AI-103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76656" y="2203704"/>
            <a:ext cx="310896" cy="310896"/>
          </a:xfrm>
          <a:prstGeom prst="ellipse">
            <a:avLst/>
          </a:prstGeom>
          <a:solidFill>
            <a:srgbClr val="2FBF9A"/>
          </a:solidFill>
          <a:ln w="12700">
            <a:solidFill>
              <a:srgbClr val="D3DE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1488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216712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routing, health answers, the meal conversation, and reading a meal from a photograph.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6656" y="3072384"/>
            <a:ext cx="310896" cy="310896"/>
          </a:xfrm>
          <a:prstGeom prst="ellipse">
            <a:avLst/>
          </a:prstGeom>
          <a:solidFill>
            <a:srgbClr val="2FBF9A"/>
          </a:solidFill>
          <a:ln w="12700">
            <a:solidFill>
              <a:srgbClr val="D3DE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30175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Speech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303580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to text for voice input, text to speech for replies. It also transcribed our own demo footage.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" y="3941064"/>
            <a:ext cx="310896" cy="310896"/>
          </a:xfrm>
          <a:prstGeom prst="ellipse">
            <a:avLst/>
          </a:prstGeom>
          <a:solidFill>
            <a:srgbClr val="2FBF9A"/>
          </a:solidFill>
          <a:ln w="12700">
            <a:solidFill>
              <a:srgbClr val="D3DE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88720" y="38862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Content Safety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390448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fourth guardrail layer, on free text the parser could not classify.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" y="4809744"/>
            <a:ext cx="310896" cy="310896"/>
          </a:xfrm>
          <a:prstGeom prst="ellipse">
            <a:avLst/>
          </a:prstGeom>
          <a:solidFill>
            <a:srgbClr val="D3DEDB"/>
          </a:solidFill>
          <a:ln w="12700">
            <a:solidFill>
              <a:srgbClr val="D3DED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88720" y="47548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477316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for retrieval, never provisioned. We are saying so rather than listing it as delivered.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" y="5623560"/>
            <a:ext cx="10881360" cy="502920"/>
          </a:xfrm>
          <a:prstGeom prst="roundRect">
            <a:avLst>
              <a:gd name="adj" fmla="val 18182"/>
            </a:avLst>
          </a:prstGeom>
          <a:solidFill>
            <a:srgbClr val="E2EDEA"/>
          </a:solidFill>
          <a:ln w="12700">
            <a:solidFill>
              <a:srgbClr val="E2ED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56235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and health records are in Postgres. Sign-in is our own: scrypt hashing and a signed session cookie, not a managed identity service.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FB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layers, and the first two need no network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3502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guardrail that depends on a network is one that fails open the day the network does.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236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Coach  ·  AI-103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2103120"/>
            <a:ext cx="2670048" cy="1874520"/>
          </a:xfrm>
          <a:prstGeom prst="roundRect">
            <a:avLst>
              <a:gd name="adj" fmla="val 5854"/>
            </a:avLst>
          </a:prstGeom>
          <a:solidFill>
            <a:srgbClr val="0D2B26"/>
          </a:solidFill>
          <a:ln w="12700">
            <a:solidFill>
              <a:srgbClr val="0D2B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BF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61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Red-flag terms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1272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Local. Emergencies stop here, before routing and before any model call.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47288" y="2103120"/>
            <a:ext cx="2670048" cy="1874520"/>
          </a:xfrm>
          <a:prstGeom prst="roundRect">
            <a:avLst>
              <a:gd name="adj" fmla="val 5854"/>
            </a:avLst>
          </a:prstGeom>
          <a:solidFill>
            <a:srgbClr val="0D2B26"/>
          </a:solidFill>
          <a:ln w="12700">
            <a:solidFill>
              <a:srgbClr val="0D2B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3320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BF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2761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guard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31272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Local. Diagnosis and medication requests never reach an agent.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36208" y="2103120"/>
            <a:ext cx="2670048" cy="1874520"/>
          </a:xfrm>
          <a:prstGeom prst="roundRect">
            <a:avLst>
              <a:gd name="adj" fmla="val 5854"/>
            </a:avLst>
          </a:prstGeom>
          <a:solidFill>
            <a:srgbClr val="E2EDEA"/>
          </a:solidFill>
          <a:ln w="12700">
            <a:solidFill>
              <a:srgbClr val="E2ED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BF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761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triage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1272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the phrasings a written list never will. Can only add a block, never lift one.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25128" y="2103120"/>
            <a:ext cx="2670048" cy="1874520"/>
          </a:xfrm>
          <a:prstGeom prst="roundRect">
            <a:avLst>
              <a:gd name="adj" fmla="val 5854"/>
            </a:avLst>
          </a:prstGeom>
          <a:solidFill>
            <a:srgbClr val="E2EDEA"/>
          </a:solidFill>
          <a:ln w="12700">
            <a:solidFill>
              <a:srgbClr val="E2ED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81160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BF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9281160" y="2761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Content Safety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9281160" y="31272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pass, on free text nothing else classified.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42611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will not name a condition. It will tell you which clinician, and how soon.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468172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 refusal leaves a worried person exactly where they started. Naming the thing is the part that needs a doctor, and that stays refused — model output is scanned for the act of naming, not for a list of diseases, because a list of diseases can never be finished.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58368" y="5504688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F5E6DF"/>
          </a:solidFill>
          <a:ln w="12700">
            <a:solidFill>
              <a:srgbClr val="F5E6D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550468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diagnoses  ·  never advises on a dose  ·  escalates emergencies before any other code runs  ·  every calorie figure labelled an estimate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FB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434 tests, and what they actually caught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3502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suite runs entirely offline in about two minutes. These are real failures it found, not hypotheticals.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236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Coach  ·  AI-103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2084832"/>
            <a:ext cx="2670048" cy="1005840"/>
          </a:xfrm>
          <a:prstGeom prst="roundRect">
            <a:avLst>
              <a:gd name="adj" fmla="val 10909"/>
            </a:avLst>
          </a:prstGeom>
          <a:solidFill>
            <a:srgbClr val="E2EDEA"/>
          </a:solidFill>
          <a:ln w="12700">
            <a:solidFill>
              <a:srgbClr val="E2ED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BF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434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7249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47288" y="2084832"/>
            <a:ext cx="2670048" cy="1005840"/>
          </a:xfrm>
          <a:prstGeom prst="roundRect">
            <a:avLst>
              <a:gd name="adj" fmla="val 10909"/>
            </a:avLst>
          </a:prstGeom>
          <a:solidFill>
            <a:srgbClr val="E2EDEA"/>
          </a:solidFill>
          <a:ln w="12700">
            <a:solidFill>
              <a:srgbClr val="E2ED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75888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BF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675888" y="27249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36208" y="2084832"/>
            <a:ext cx="2670048" cy="1005840"/>
          </a:xfrm>
          <a:prstGeom prst="roundRect">
            <a:avLst>
              <a:gd name="adj" fmla="val 10909"/>
            </a:avLst>
          </a:prstGeom>
          <a:solidFill>
            <a:srgbClr val="E2EDEA"/>
          </a:solidFill>
          <a:ln w="12700">
            <a:solidFill>
              <a:srgbClr val="E2ED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4808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BF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27249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layers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25128" y="2084832"/>
            <a:ext cx="2670048" cy="1005840"/>
          </a:xfrm>
          <a:prstGeom prst="roundRect">
            <a:avLst>
              <a:gd name="adj" fmla="val 10909"/>
            </a:avLst>
          </a:prstGeom>
          <a:solidFill>
            <a:srgbClr val="E2EDEA"/>
          </a:solidFill>
          <a:ln w="12700">
            <a:solidFill>
              <a:srgbClr val="E2ED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53728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BF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9253728" y="27249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in the repo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4944" y="3474720"/>
            <a:ext cx="182880" cy="182880"/>
          </a:xfrm>
          <a:prstGeom prst="ellipse">
            <a:avLst/>
          </a:prstGeom>
          <a:solidFill>
            <a:srgbClr val="B25A38"/>
          </a:solidFill>
          <a:ln w="12700">
            <a:solidFill>
              <a:srgbClr val="B25A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33856" y="340156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face is drooping” slipped past the stroke check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" y="3666744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 assumed adjacent words. Multi-word safety terms now tolerate filler.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4944" y="4142232"/>
            <a:ext cx="182880" cy="182880"/>
          </a:xfrm>
          <a:prstGeom prst="ellipse">
            <a:avLst/>
          </a:prstGeom>
          <a:solidFill>
            <a:srgbClr val="B25A38"/>
          </a:solidFill>
          <a:ln w="12700">
            <a:solidFill>
              <a:srgbClr val="B25A3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33856" y="40690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think I am having a heart attack” was answered with a sleep summary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" y="433425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“Chest pain” was on the list and “heart attack” was not. That is why layer 3 exists.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4944" y="4809744"/>
            <a:ext cx="182880" cy="182880"/>
          </a:xfrm>
          <a:prstGeom prst="ellipse">
            <a:avLst/>
          </a:prstGeom>
          <a:solidFill>
            <a:srgbClr val="B25A38"/>
          </a:solidFill>
          <a:ln w="12700">
            <a:solidFill>
              <a:srgbClr val="B25A3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33856" y="473659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was making seventeen agent calls instead of nine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" y="500176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was spelled as a data request, so a report was fetched, discarded and rebuilt.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94944" y="5477256"/>
            <a:ext cx="182880" cy="182880"/>
          </a:xfrm>
          <a:prstGeom prst="ellipse">
            <a:avLst/>
          </a:prstGeom>
          <a:solidFill>
            <a:srgbClr val="B25A38"/>
          </a:solidFill>
          <a:ln w="12700">
            <a:solidFill>
              <a:srgbClr val="B25A3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33856" y="5404104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sleep-and-mood insight vanished overnight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133856" y="56692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fired on two thresholds; the month averaged 0.1 above one. It measures the correlation now.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FB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app does not do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3502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of these are the reason features are shaped the way they are.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236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Coach  ·  AI-103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2148840"/>
            <a:ext cx="534924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236829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measures nothing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77063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wearable, no sensor. Heart rate, blood pressure, steps, weight and mood are all typed in by the user, and every screen that shows one says so.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2148840"/>
            <a:ext cx="534924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236829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 and energy figures are estimates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77063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serving sizes, and the Mifflin-St Jeor equation, which is routinely out by about ten percent.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3977640"/>
            <a:ext cx="534924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" y="419709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 reset, no export, no delete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459943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account is only as recoverable as the password you remember.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3977640"/>
            <a:ext cx="534924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419709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file still needs clinical sourcing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459943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small, English-only, and not yet reviewed by a clinician.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54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Coach — thirteen agents, one conversation, and a guardrail that runs first.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5020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B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·  health-coach-1.vercel.app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3425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B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·  github.com/Jugadveer/Ai-103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029200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8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— every part of this can be explained on request.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Coach</dc:title>
  <dc:subject>PptxGenJS Presentation</dc:subject>
  <dc:creator>Jugadveer, Ashnoor, Kanan, Husan, Kishika</dc:creator>
  <cp:lastModifiedBy>Jugadveer, Ashnoor, Kanan, Husan, Kishika</cp:lastModifiedBy>
  <cp:revision>1</cp:revision>
  <dcterms:created xsi:type="dcterms:W3CDTF">2026-09-23T18:15:24Z</dcterms:created>
  <dcterms:modified xsi:type="dcterms:W3CDTF">2026-09-23T18:15:24Z</dcterms:modified>
</cp:coreProperties>
</file>